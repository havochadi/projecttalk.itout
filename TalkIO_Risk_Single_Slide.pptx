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Talk.IO Risk Level Framework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5486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Talk.IO identifies and responds to students at different levels of emotional need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82880" y="886968"/>
            <a:ext cx="2834640" cy="50292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50976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886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RISK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82880" y="1389888"/>
            <a:ext cx="2834640" cy="3456432"/>
          </a:xfrm>
          <a:prstGeom prst="rect">
            <a:avLst/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14356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92608" y="16459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coping well, uses Talk.IO casually with no signs of distress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92608" y="2148840"/>
            <a:ext cx="2606040" cy="18288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" y="21945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0040" y="2496312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423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about their day or mentions homework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" y="2880360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8072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tired but bounces back quickly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92608" y="3218688"/>
            <a:ext cx="2606040" cy="18288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" y="32644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20040" y="3584448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349300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&amp; offers light comfort or study tips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0040" y="3986784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389534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alerts sent — full privacy preserved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136392" y="886968"/>
            <a:ext cx="2834640" cy="502920"/>
          </a:xfrm>
          <a:prstGeom prst="rect">
            <a:avLst/>
          </a:prstGeom>
          <a:solidFill>
            <a:srgbClr val="713F12"/>
          </a:solidFill>
          <a:ln w="12700">
            <a:solidFill>
              <a:srgbClr val="713F12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950976"/>
            <a:ext cx="301752" cy="30175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593592" y="886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 RISK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3136392" y="1389888"/>
            <a:ext cx="2834640" cy="3456432"/>
          </a:xfrm>
          <a:prstGeom prst="rect">
            <a:avLst/>
          </a:prstGeom>
          <a:solidFill>
            <a:srgbClr val="FEFCE8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246120" y="14356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3246120" y="16459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signs of emotional strain — not in crisis but patterns suggest struggle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246120" y="2148840"/>
            <a:ext cx="2606040" cy="18288"/>
          </a:xfrm>
          <a:prstGeom prst="rect">
            <a:avLst/>
          </a:prstGeom>
          <a:solidFill>
            <a:srgbClr val="FDE047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246120" y="21945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3273552" y="2496312"/>
            <a:ext cx="118872" cy="118872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456432" y="2423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Talk.IO more frequently than usual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3273552" y="2880360"/>
            <a:ext cx="118872" cy="118872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456432" y="28072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says 'overwhelmed' or 'can't cope'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3246120" y="3218688"/>
            <a:ext cx="2606040" cy="18288"/>
          </a:xfrm>
          <a:prstGeom prst="rect">
            <a:avLst/>
          </a:prstGeom>
          <a:solidFill>
            <a:srgbClr val="FDE047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246120" y="32644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3273552" y="3584448"/>
            <a:ext cx="118872" cy="118872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456432" y="349300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Comforts student, recommends workload restructure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3273552" y="3986784"/>
            <a:ext cx="118872" cy="118872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456432" y="389534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follow-up; counsellor notified for awareness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6080760" y="886968"/>
            <a:ext cx="2834640" cy="50292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50976"/>
            <a:ext cx="301752" cy="301752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537960" y="886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RISK</a:t>
            </a:r>
            <a:endParaRPr lang="en-US" sz="1400" dirty="0"/>
          </a:p>
        </p:txBody>
      </p:sp>
      <p:sp>
        <p:nvSpPr>
          <p:cNvPr id="43" name="Shape 38"/>
          <p:cNvSpPr/>
          <p:nvPr/>
        </p:nvSpPr>
        <p:spPr>
          <a:xfrm>
            <a:off x="6080760" y="1389888"/>
            <a:ext cx="2834640" cy="3456432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190488" y="14356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850" dirty="0"/>
          </a:p>
        </p:txBody>
      </p:sp>
      <p:sp>
        <p:nvSpPr>
          <p:cNvPr id="45" name="Text 40"/>
          <p:cNvSpPr/>
          <p:nvPr/>
        </p:nvSpPr>
        <p:spPr>
          <a:xfrm>
            <a:off x="6190488" y="16459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immediate human intervention — Talk.IO alone is insufficient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6190488" y="2148840"/>
            <a:ext cx="2606040" cy="18288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190488" y="21945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850" dirty="0"/>
          </a:p>
        </p:txBody>
      </p:sp>
      <p:sp>
        <p:nvSpPr>
          <p:cNvPr id="48" name="Shape 43"/>
          <p:cNvSpPr/>
          <p:nvPr/>
        </p:nvSpPr>
        <p:spPr>
          <a:xfrm>
            <a:off x="6217920" y="2496312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400800" y="2423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Suicidal ideation or self-harm</a:t>
            </a:r>
            <a:endParaRPr lang="en-US" sz="950" dirty="0"/>
          </a:p>
        </p:txBody>
      </p:sp>
      <p:sp>
        <p:nvSpPr>
          <p:cNvPr id="50" name="Shape 45"/>
          <p:cNvSpPr/>
          <p:nvPr/>
        </p:nvSpPr>
        <p:spPr>
          <a:xfrm>
            <a:off x="6217920" y="2880360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6400800" y="28072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bullying, abuse, or overuse of Talk.IO</a:t>
            </a:r>
            <a:endParaRPr lang="en-US" sz="950" dirty="0"/>
          </a:p>
        </p:txBody>
      </p:sp>
      <p:sp>
        <p:nvSpPr>
          <p:cNvPr id="52" name="Shape 47"/>
          <p:cNvSpPr/>
          <p:nvPr/>
        </p:nvSpPr>
        <p:spPr>
          <a:xfrm>
            <a:off x="6190488" y="3218688"/>
            <a:ext cx="2606040" cy="18288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6190488" y="32644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850" dirty="0"/>
          </a:p>
        </p:txBody>
      </p:sp>
      <p:sp>
        <p:nvSpPr>
          <p:cNvPr id="54" name="Shape 49"/>
          <p:cNvSpPr/>
          <p:nvPr/>
        </p:nvSpPr>
        <p:spPr>
          <a:xfrm>
            <a:off x="6217920" y="3584448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6400800" y="349300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Crisis-safe mode; refers to SOS (1767) &amp; Mindline (1771)</a:t>
            </a:r>
            <a:endParaRPr lang="en-US" sz="950" dirty="0"/>
          </a:p>
        </p:txBody>
      </p:sp>
      <p:sp>
        <p:nvSpPr>
          <p:cNvPr id="56" name="Shape 51"/>
          <p:cNvSpPr/>
          <p:nvPr/>
        </p:nvSpPr>
        <p:spPr>
          <a:xfrm>
            <a:off x="6217920" y="3986784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6400800" y="389534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Counsellor alerted immediately with risk summary</a:t>
            </a:r>
            <a:endParaRPr lang="en-US" sz="950" dirty="0"/>
          </a:p>
        </p:txBody>
      </p:sp>
      <p:sp>
        <p:nvSpPr>
          <p:cNvPr id="58" name="Shape 53"/>
          <p:cNvSpPr/>
          <p:nvPr/>
        </p:nvSpPr>
        <p:spPr>
          <a:xfrm>
            <a:off x="6080760" y="4846320"/>
            <a:ext cx="2834640" cy="27432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pic>
        <p:nvPicPr>
          <p:cNvPr id="5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873752"/>
            <a:ext cx="182880" cy="182880"/>
          </a:xfrm>
          <a:prstGeom prst="rect">
            <a:avLst/>
          </a:prstGeom>
        </p:spPr>
      </p:pic>
      <p:sp>
        <p:nvSpPr>
          <p:cNvPr id="60" name="Text 54"/>
          <p:cNvSpPr/>
          <p:nvPr/>
        </p:nvSpPr>
        <p:spPr>
          <a:xfrm>
            <a:off x="6428232" y="4846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Counsellor + parents contacted</a:t>
            </a:r>
            <a:endParaRPr lang="en-US" sz="850" dirty="0"/>
          </a:p>
        </p:txBody>
      </p:sp>
      <p:sp>
        <p:nvSpPr>
          <p:cNvPr id="61" name="Shape 55"/>
          <p:cNvSpPr/>
          <p:nvPr/>
        </p:nvSpPr>
        <p:spPr>
          <a:xfrm>
            <a:off x="0" y="4864608"/>
            <a:ext cx="598932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228600" y="4946904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411480" y="48920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needed</a:t>
            </a:r>
            <a:endParaRPr lang="en-US" sz="850" dirty="0"/>
          </a:p>
        </p:txBody>
      </p:sp>
      <p:sp>
        <p:nvSpPr>
          <p:cNvPr id="64" name="Shape 58"/>
          <p:cNvSpPr/>
          <p:nvPr/>
        </p:nvSpPr>
        <p:spPr>
          <a:xfrm>
            <a:off x="2057400" y="4946904"/>
            <a:ext cx="118872" cy="118872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65" name="Text 59"/>
          <p:cNvSpPr/>
          <p:nvPr/>
        </p:nvSpPr>
        <p:spPr>
          <a:xfrm>
            <a:off x="2240280" y="48920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closely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2026-06-03T11:29:19Z</dcterms:created>
  <dcterms:modified xsi:type="dcterms:W3CDTF">2026-06-03T11:29:19Z</dcterms:modified>
</cp:coreProperties>
</file>